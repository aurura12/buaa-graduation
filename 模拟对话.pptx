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9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emf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.e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e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/>
          <p:cNvGraphicFramePr/>
          <p:nvPr/>
        </p:nvGraphicFramePr>
        <p:xfrm>
          <a:off x="3927475" y="2059305"/>
          <a:ext cx="601980" cy="605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486410" imgH="486410" progId="Visio.Drawing.15">
                  <p:embed/>
                </p:oleObj>
              </mc:Choice>
              <mc:Fallback>
                <p:oleObj name="" r:id="rId1" imgW="486410" imgH="486410" progId="Visio.Drawing.15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27475" y="2059305"/>
                        <a:ext cx="601980" cy="605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6605270" y="3611245"/>
          <a:ext cx="683260" cy="610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" imgW="544830" imgH="491490" progId="Visio.Drawing.15">
                  <p:embed/>
                </p:oleObj>
              </mc:Choice>
              <mc:Fallback>
                <p:oleObj name="" r:id="rId3" imgW="544830" imgH="491490" progId="Visio.Drawing.15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05270" y="3611245"/>
                        <a:ext cx="683260" cy="6108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4622165" y="2037080"/>
          <a:ext cx="2082165" cy="656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5" imgW="1619885" imgH="525145" progId="Visio.Drawing.15">
                  <p:embed/>
                </p:oleObj>
              </mc:Choice>
              <mc:Fallback>
                <p:oleObj name="" r:id="rId5" imgW="1619885" imgH="525145" progId="Visio.Drawing.15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22165" y="2037080"/>
                        <a:ext cx="2082165" cy="656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/>
        </p:nvGraphicFramePr>
        <p:xfrm>
          <a:off x="4529455" y="3608705"/>
          <a:ext cx="1941830" cy="656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7" imgW="1512570" imgH="525145" progId="Visio.Drawing.15">
                  <p:embed/>
                </p:oleObj>
              </mc:Choice>
              <mc:Fallback>
                <p:oleObj name="" r:id="rId7" imgW="1512570" imgH="525145" progId="Visio.Drawing.15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29455" y="3608705"/>
                        <a:ext cx="1941830" cy="656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10&quot;:[50062345,50011552,50046735,50062295],&quot;70&quot;:[3321882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 Unicode MS</vt:lpstr>
      <vt:lpstr>Calibri</vt:lpstr>
      <vt:lpstr>微软雅黑</vt:lpstr>
      <vt:lpstr>Wingdings</vt:lpstr>
      <vt:lpstr>WPS</vt:lpstr>
      <vt:lpstr>Visio.Drawing.15</vt:lpstr>
      <vt:lpstr>Visio.Drawing.15</vt:lpstr>
      <vt:lpstr>Visio.Drawing.15</vt:lpstr>
      <vt:lpstr>Visio.Drawing.15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nxj</dc:creator>
  <cp:lastModifiedBy>聂旭晶</cp:lastModifiedBy>
  <cp:revision>5</cp:revision>
  <dcterms:created xsi:type="dcterms:W3CDTF">2023-08-09T12:44:00Z</dcterms:created>
  <dcterms:modified xsi:type="dcterms:W3CDTF">2026-06-06T16:02:08Z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2BB423D5EA614602B722484200E6FEF8_12</vt:lpwstr>
  </property>
</Properties>
</file>